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2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1555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Stayed</c:v>
                  </c:pt>
                  <c:pt idx="1">
                    <c:v>Left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31260</c:v>
                </c:pt>
                <c:pt idx="1">
                  <c:v>28338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2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24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9F9"/>
        </a:solidFill>
        <a:ln>
          <a:noFill/>
        </a:ln>
        <a:effectLst/>
      </c:spPr>
    </c:plotArea>
    <c:plotVisOnly val="1"/>
    <c:dispBlanksAs val="span"/>
  </c:chart>
  <c:spPr>
    <a:solidFill>
      <a:srgbClr val="F6F9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Who Left</c:v>
                </c:pt>
              </c:strCache>
            </c:strRef>
          </c:tx>
          <c:spPr>
            <a:solidFill>
              <a:srgbClr val="E1555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2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Excellent</c:v>
                  </c:pt>
                  <c:pt idx="1">
                    <c:v>Good</c:v>
                  </c:pt>
                  <c:pt idx="2">
                    <c:v>Fair</c:v>
                  </c:pt>
                  <c:pt idx="3">
                    <c:v>Poor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35.8</c:v>
                </c:pt>
                <c:pt idx="1">
                  <c:v>40.6</c:v>
                </c:pt>
                <c:pt idx="2">
                  <c:v>57.5</c:v>
                </c:pt>
                <c:pt idx="3">
                  <c:v>60.1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500" u="none">
                  <a:solidFill>
                    <a:srgbClr val="12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224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9F9"/>
        </a:solidFill>
        <a:ln>
          <a:noFill/>
        </a:ln>
        <a:effectLst/>
      </c:spPr>
    </c:plotArea>
    <c:plotVisOnly val="1"/>
    <c:dispBlanksAs val="span"/>
  </c:chart>
  <c:spPr>
    <a:solidFill>
      <a:srgbClr val="F6F9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E15554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 AT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Prediction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Random Forest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one proven machine learning model to spot the warning signs of employee attrition — before people walk out the door.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Project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Good Employees Is Expensive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leaves, it costs more than just hiring a replacement.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632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15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148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salary — what it can cost to replace one employee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74320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43400" y="30632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41148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workers are already thinking about changing jobs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274320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0" y="30632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41148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quit for reasons a company could fix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3774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345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research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other studies found about predicting attrition.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29300" y="23774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293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data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large set of real employee records ourselves.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0116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24060" y="23774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240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warning signs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out which factors matter most before someone quits.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FOUND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Studies, One Clear Pattern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at two research papers on predicting employee attrition.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6032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926080"/>
            <a:ext cx="52578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5603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Review of Many Studies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52044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at dozens of research papers from 2019-2024.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kept winning: Random Forest and XGBoost.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age, and overtime were the biggest warning signs.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25603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56032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2926080"/>
            <a:ext cx="525780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5603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Head-to-Head Test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52044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5 different models on real employee data.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called SVM performed the best this time.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the “best” model can change depending on the data.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Big, Balanced Set of Employee Records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13055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59,598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the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43400" y="213055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9260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of info per employee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0" y="213055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9260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messy records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947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everyone in the dataset, almost half had already left.</a:t>
            </a:r>
            <a:endParaRPr lang="en-US" sz="15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0080" y="4251960"/>
          <a:ext cx="108813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Work-Life Balance Matters Most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worse someone rated their work-life balance, the more likely they were to leave.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188720" y="2514600"/>
          <a:ext cx="9784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Chose Random Forest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the strongest, most reliable model across the research we reviewed — so it's our main tool for prediction.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2697480"/>
            <a:ext cx="777240" cy="777240"/>
          </a:xfrm>
          <a:prstGeom prst="ellipse">
            <a:avLst/>
          </a:prstGeom>
          <a:solidFill>
            <a:srgbClr val="BFE3D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0" y="2697480"/>
            <a:ext cx="777240" cy="777240"/>
          </a:xfrm>
          <a:prstGeom prst="ellipse">
            <a:avLst/>
          </a:prstGeom>
          <a:solidFill>
            <a:srgbClr val="BFE3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1168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017520" y="2697480"/>
            <a:ext cx="777240" cy="777240"/>
          </a:xfrm>
          <a:prstGeom prst="ellipse">
            <a:avLst/>
          </a:prstGeom>
          <a:solidFill>
            <a:srgbClr val="BFE3D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decision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trees...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937760" y="256032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2560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611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...vote together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“forest”...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7680960" y="2560320"/>
            <a:ext cx="1051560" cy="1051560"/>
          </a:xfrm>
          <a:prstGeom prst="ellipse">
            <a:avLst/>
          </a:prstGeom>
          <a:solidFill>
            <a:srgbClr val="E155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0" y="2560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611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...for one confident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stay or leave.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61772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hundreds of simple decision trees, so no single mistake throws off the answer.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messy, mixed data well — numbers and categories, like income and job role, together.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ranked as the top or near-top performer in the studies we reviewed.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754880" cy="4754880"/>
          </a:xfrm>
          <a:prstGeom prst="ellipse">
            <a:avLst/>
          </a:prstGeom>
          <a:solidFill>
            <a:srgbClr val="02809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E15554">
              <a:alpha val="13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860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machine learning can spot attrition risk before it happens.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546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balance, overtime, and pay are the clearest warning signs.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233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our model of choice — proven, steady, and reliable in prior research.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92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train Random Forest on our own 59,598-record dataset and measure how well it predicts who leaves.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6126480"/>
            <a:ext cx="10881360" cy="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FE3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welcome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2026-09-17T03:20:37Z</dcterms:created>
  <dcterms:modified xsi:type="dcterms:W3CDTF">2026-09-17T03:20:37Z</dcterms:modified>
</cp:coreProperties>
</file>